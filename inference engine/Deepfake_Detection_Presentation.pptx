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</a:defRPr>
            </a:pPr>
            <a:r>
              <a:t>Deepfake Detection System</a:t>
            </a:r>
          </a:p>
          <a:p>
            <a:pPr algn="ctr">
              <a:defRPr sz="1800">
                <a:solidFill>
                  <a:srgbClr val="38BDF8"/>
                </a:solidFill>
              </a:defRPr>
            </a:pPr>
            <a:r>
              <a:t>EfficientNet-B4 + DF40 + Confidence-Based Rejection</a:t>
            </a:r>
            <a:br/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Deepfakes are AI-generated face manipulations that are becoming increasingly realistic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Modern deepfakes use diffusion models (DiT, SiT, MidJourney) — undetectable by older systems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Need: A reliable, explainable detector that works on real-world images and videos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Our goal: Build a production-ready system with ~90% accuracy and confidence-based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Input: Image or Video (any resolution)</a:t>
            </a:r>
          </a:p>
          <a:p>
            <a:pPr lvl="1"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Supports JPG, PNG, MP4, AVI, MOV formats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Step 1: Face Detection — MediaPipe BlazeFace (tight 5% margin)</a:t>
            </a:r>
          </a:p>
          <a:p>
            <a:pPr lvl="1"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Fallback: OpenCV Haar Cascade if MediaPipe unavailable (CPU explicitly supported)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Step 2: Face Crop + Resize to 380×380px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Step 3: SRM Frequency Filter — Extracts invisible AI checkerboard noise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Step 4: EfficientNet-B4 Backbone — 6-Channel Input (3 RGB + 3 Noise)</a:t>
            </a:r>
          </a:p>
          <a:p>
            <a:pPr lvl="1"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Pretrained on ImageNet — compound-scaled depth/width/resolution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Step 5: Classification Head — Dropout → Linear(1792→512) → GELU → Linear(512→1)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Step 6: Confidence-Based Rejection → REAL / UNCERTAIN / FAKE</a:t>
            </a:r>
          </a:p>
          <a:p>
            <a:pPr lvl="1"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prob &lt; 0.35 → REAL  |  0.35-0.50 → UNCERTAIN  |  prob &gt; 0.50 → FAKE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Why EfficientNet-B4?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Compound Scaling: Simultaneously scales depth, width, and resolution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Squeeze-Excitation Attention: Learns which feature channels matter most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Native 380px resolution: Preserves pixel-level forensic artifacts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19M parameters (vs 22M Xception) — more efficient, better accuracy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ImageNet-pretrained: Already understands edges, textures, facial structures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Replaced old Xception + SAM architecture because: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SAM attention maps were broken (trained from random init → uniform noise)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Xception required full training from scratch → severe overfitting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Only trained on FF++ (2018) — failed on modern diffusion deepfakes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MBConv Block — Core Building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Mobile Inverted Bottleneck Convolution (MBConv):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Input → 1×1 Conv (expand 6×) → 3×3 Depthwise Conv → SE Attention → 1×1 Conv (reduce) → + Residual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Squeeze-Excitation (SE) mechanism: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Global Average Pool → MLP → Sigmoid → Channel-wise reweighting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Learns WHICH feature channels are most important for deepfake detection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Automatically focuses on frequency bands and texture patterns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EfficientNet-B4 has 7 MBConv stages with varying depths (2 to 8 repetitions)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DF40 Dataset (NeurIPS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40 manipulation methods — most comprehensive public deepfake dataset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Categories: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Face Swapping (10 methods): DeepFaceLab, SimSwap, FSGAN...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Face Reenactment (13 methods): First Order Motion, LivePortrait...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Entire Face Synthesis (12 methods): DiT, SiT, PixArt-α, MidJourney...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Face Editing (5 methods): StyleGAN, InterFaceGAN...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Phase 2: Added 13,314 CelebDF real face crops (890 videos)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Phase 3: Balanced dataset by injecting 10,668 more fake images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Final: 72,424 train / 7,699 val / 7,719 test images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Two-Phase Fine-Tuning: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Phase 1 — Head Warm-up (Epochs 0-4):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Backbone FROZEN, only classification head trains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Prevents corrupting pretrained ImageNet features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Phase 2 — Full Fine-Tuning (Epochs 5-50):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Backbone UNFROZEN with 10× smaller learning rate (3e-6 vs 3e-5)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Layer-wise LR preserves low-level features while adapting high-level ones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Key Techniques: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MixUp augmentation (α=0.2) — blends training samples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Label smoothing (0.10) — prevents overconfident outputs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Cosine Annealing with Warm Restarts — escapes local minima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Early stopping (patience=10) — prevents overfitting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Out-of-Distribution (OOD)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Phase 4 Upgrades to prevent 'Shortcut Learning':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1. Simulated Tighter Cropping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Zooming in to a 5% margin around the face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Forces the model to look at the face, not the background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2. Spatial Rich Model (SRM) Filter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Laplacian high-pass filter extracts invisible high-frequency noise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6-channel architecture allows simultaneous analysis of RGB and noise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Standard Augmentations: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ColorJitter, RandomErasing, Blur, and Compression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Explainability: Grad-CAM Heatmaps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Grad-CAM provides visual explanation of WHY the model made its decision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1. Forward pass: Image → Backbone → Feature Map → Head → Logit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2. Backward pass: Compute gradients of FAKE logit w.r.t. feature map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3. Weight each channel by its gradient importance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4. Sum weighted channels → Resize → Overlay on original image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Red regions = pixels that INCREASED the FAKE confidence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→ Highlights blending boundaries, eye inconsistencies, jawline warping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Usage: python inference.py --source face.jpg --visualise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Confidence-Based Rejection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Problem: ~25% of images fall in 'uncertain zone' (probability 0.35-0.50)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→ Forcing binary REAL/FAKE on uncertain predictions causes the majority of errors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Solution: Three-class output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prob &lt; 0.35  →  REAL       (high confidence)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0.35 ≤ prob ≤ 0.50  →  UNCERTAIN  (needs human review)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prob &gt; 0.50  →  FAKE       (high confidence)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Impact on reliability: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Only flags highly confident predictions as REAL or FAKE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Significantly reduces False Negatives by catching unsure edge 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Model Performance — Balanced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Trained on perfectly balanced DF40 + CelebDF (72,424 images):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Accuracy:      88.64%  (at threshold 0.38)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AUC-ROC:       0.9567  (Excellent discriminative power)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Sensitivity:    89.79% (Fake recall)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Specificity:    87.83% (Real recall)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F1 (Fake):     0.8673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Optimal threshold: 0.4141 (highly calibrated)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Max Achievable Accuracy: 89.69% at threshold 0.45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Confusion Matrix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Balanced Dataset Results • 87.8% Real accepted • 89.8% Fake detected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ROC &amp; Precision-Recall Curves</a:t>
            </a:r>
          </a:p>
        </p:txBody>
      </p:sp>
      <p:pic>
        <p:nvPicPr>
          <p:cNvPr id="4" name="Picture 3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AUC = 0.9567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Score Distribution</a:t>
            </a:r>
          </a:p>
        </p:txBody>
      </p:sp>
      <p:pic>
        <p:nvPicPr>
          <p:cNvPr id="4" name="Picture 3" descr="prob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Clear separation: REAL peaks at 0.1-0.2, FAKE peaks at 0.8-0.95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GPU Throughput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6 optimizations for 15-25% faster training per epoch: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1. non_blocking=True — overlaps CPU→GPU transfer with computation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2. zero_grad(set_to_none=True) — deallocates instead of memset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3. GPU tensor accumulation — no per-batch .item() sync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4. Removed torch.cuda.empty_cache() — was forcing CUDA sync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5. @torch.inference_mode() — faster than @no_grad for eval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6. Bulk GPU→CPU transfer — single torch.cat() at epoch end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Also: Mixed precision (AMP), TF32 matmul, cuDNN autotuner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Optimizing for Real-World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EfficientNet-B4 (19M params, 380px) is heavy. For production: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1. Model Export (ONNX &amp; TensorRT)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Convert PyTorch model to ONNX for 2x-3x faster CPU inference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Use TensorRT on NVIDIA GPUs for &lt;10ms real-time video processing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2. INT8 Quantization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Post-Training Quantization reduces size from 213MB to ~53MB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Heavily reduces RAM usage with &lt;1% accuracy drop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3. Lightweight Backbones (Mobile/Edge)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Replace B4 with MobileNetV3-Large or EfficientNet-Lite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   • Use Knowledge Distillation to retain high accuracy at 1/5th the cost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Website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Files needed for deployment: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best_model.pth — Model weights (~213 MB)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model.py — Architecture definition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inference.py — Full pipeline (face detection + prediction + rejection)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config.py — Configuration constants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• mediapipe_face_model.tflite — Face detector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API call pattern: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from inference import load_model, predict_image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model = load_model('best_model.pth', device='cuda')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label, prob = predict_image(model, 'photo.jpg', device='cuda')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  # Returns: 'REAL', 'FAKE', or 'UNCERTAIN' + probability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38BDF8"/>
                </a:solidFill>
              </a:defRPr>
            </a:pPr>
            <a:r>
              <a:t>EfficientNet-B4 Deepfake Detection System</a:t>
            </a:r>
            <a:br/>
            <a:r>
              <a:t>AUC: 0.9567 • Max Accuracy: 89.69% • Confidence-Based Rejection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